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StudentXpense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Smart, and Secure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Allowance Management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749808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033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"Bridging the trust gap between parents and students with Stellar Smart Contracts and AI."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161B2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51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Stellar Blockchain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425196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4251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Soroban Escrow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425196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4251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AI Advisor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991B1B">
              <a:alpha val="15000"/>
            </a:srgbClr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35608" y="1645920"/>
            <a:ext cx="640080" cy="640080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7373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423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290779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parents send money for rent or tuition, they lose track of how it's actually spent.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46304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0248" y="1645920"/>
            <a:ext cx="640080" cy="6400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7373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423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Financial Guidance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29000" y="290779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budget effectively and rely on generic advice that doesn't fit real habits.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46304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04888" y="1645920"/>
            <a:ext cx="640080" cy="64008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7373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423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in Payments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63640" y="290779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banking apps move money but don't provide categorized tracking or purpose-driven escrows.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72768"/>
            <a:ext cx="685800" cy="6858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6420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463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417320" y="17190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Escrow Contracts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26280" y="152704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lock funds on the Stellar network designated for specific students — secure, transparent, and purpose-bound.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60604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2761488"/>
            <a:ext cx="685800" cy="6858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852928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2651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417320" y="29077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Transparency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26280" y="271576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recorded on the public ledger, allowing verifiable proof of where every cent goes.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57200" y="379476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66928" y="3950208"/>
            <a:ext cx="685800" cy="6858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041648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840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417320" y="40965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Budget Advisor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526280" y="390448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AI analyzes real spending patterns and provides personalized, actionable financial advice for the student.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Parents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508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$B+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0" y="20848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Allowance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508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26480" y="20848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Both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90088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2926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Audience: Millions of university students &amp; parents who transfer allowances regularly.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3593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Web3 Adoption: Increasing global comfort with blockchain-based financial tools.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32511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426110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the Market: Existing apps either do only budgeting (Mint, YNAB) or only transfers (Venmo). StudentXpense merges both.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Architecture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749808"/>
          </a:xfrm>
          <a:prstGeom prst="roundRect">
            <a:avLst>
              <a:gd name="adj" fmla="val 1463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72184"/>
            <a:ext cx="640080" cy="64008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490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17320" y="18013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 ·  Tailwind CSS  ·  Sleek Dark Mode UI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0" y="16733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Layer 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331720"/>
            <a:ext cx="8229600" cy="749808"/>
          </a:xfrm>
          <a:prstGeom prst="roundRect">
            <a:avLst>
              <a:gd name="adj" fmla="val 1463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386584"/>
            <a:ext cx="640080" cy="64008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688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417320" y="27157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 ·  MongoDB  (fast querying &amp; off-chain data)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772400" y="25877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Layer 2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" y="3246120"/>
            <a:ext cx="8229600" cy="749808"/>
          </a:xfrm>
          <a:prstGeom prst="roundRect">
            <a:avLst>
              <a:gd name="adj" fmla="val 1463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4360" y="3300984"/>
            <a:ext cx="640080" cy="64008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832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417320" y="36301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Soroban / Rust  —  Escrow management, secure releases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772400" y="35021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Layer 3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4160520"/>
            <a:ext cx="8229600" cy="749808"/>
          </a:xfrm>
          <a:prstGeom prst="roundRect">
            <a:avLst>
              <a:gd name="adj" fmla="val 1463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94360" y="4215384"/>
            <a:ext cx="640080" cy="6400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9768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17320" y="4233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417320" y="45445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 —  Tailored budget recommendations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772400" y="44165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Layer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TRACTION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Validation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560320" cy="1554480"/>
          </a:xfrm>
          <a:prstGeom prst="roundRect">
            <a:avLst>
              <a:gd name="adj" fmla="val 10588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77800" dist="635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00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Users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1554480"/>
          </a:xfrm>
          <a:prstGeom prst="roundRect">
            <a:avLst>
              <a:gd name="adj" fmla="val 10588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77800" dist="635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600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29184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4/5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Higher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560320" cy="1554480"/>
          </a:xfrm>
          <a:prstGeom prst="roundRect">
            <a:avLst>
              <a:gd name="adj" fmla="val 10588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77800" dist="635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600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12648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319272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60120" y="32461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 Insights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22192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0120" y="37490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Stellar Finality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32511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0120" y="42519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Security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86968" y="2834640"/>
            <a:ext cx="7370064" cy="36576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606040"/>
            <a:ext cx="594360" cy="5943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38328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456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Phase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3675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Beta Testing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95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50+ users on Stellar Testnet — gather feedback, refine UX.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3232" y="17830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7830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CURRENT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44168" y="2029968"/>
            <a:ext cx="36576" cy="5760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35224" y="2606040"/>
            <a:ext cx="594360" cy="5943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35224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60320" y="338328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60320" y="3456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Phase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3675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University Partnerships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3995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Partner with student organizations for wider beta testing.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92624" y="260604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17720" y="338328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17720" y="3456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Phase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3675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Mainnet Launch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3995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Support USDC and XLM for real-world value transfers.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50024" y="260604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50024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75120" y="338328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75120" y="3456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Phase 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20840" y="3675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Mobile App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3995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iOS &amp; Android release for frictionless daily logging.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536192"/>
            <a:ext cx="1700784" cy="320040"/>
          </a:xfrm>
          <a:prstGeom prst="roundRect">
            <a:avLst>
              <a:gd name="adj" fmla="val 22857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3619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Q3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9848" y="2029968"/>
            <a:ext cx="694944" cy="694944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121408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8529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Mainnet Deployment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2918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Live launch + security audits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06040" y="141732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15768" y="1536192"/>
            <a:ext cx="1700784" cy="320040"/>
          </a:xfrm>
          <a:prstGeom prst="roundRect">
            <a:avLst>
              <a:gd name="adj" fmla="val 22857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15768" y="153619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Q4 2026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18688" y="2029968"/>
            <a:ext cx="694944" cy="694944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212140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06040" y="28529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Push Notifications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697480" y="32918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Automated monthly allowances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754880" y="141732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864608" y="1536192"/>
            <a:ext cx="1700784" cy="320040"/>
          </a:xfrm>
          <a:prstGeom prst="roundRect">
            <a:avLst>
              <a:gd name="adj" fmla="val 22857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64608" y="153619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Q1 2027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367528" y="2029968"/>
            <a:ext cx="694944" cy="694944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2121408"/>
            <a:ext cx="512064" cy="5120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54880" y="28529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Category Locks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846320" y="32918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Parent-defined vendor approval rules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903720" y="141732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013448" y="1536192"/>
            <a:ext cx="1700784" cy="320040"/>
          </a:xfrm>
          <a:prstGeom prst="roundRect">
            <a:avLst>
              <a:gd name="adj" fmla="val 22857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013448" y="153619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Q2 2027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516368" y="2029968"/>
            <a:ext cx="694944" cy="694944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2121408"/>
            <a:ext cx="512064" cy="51206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03720" y="28529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Mobile App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995160" y="32918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iOS &amp; Android launch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 Finance Together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71600" y="2331720"/>
            <a:ext cx="2926080" cy="1280160"/>
          </a:xfrm>
          <a:prstGeom prst="roundRect">
            <a:avLst>
              <a:gd name="adj" fmla="val 1071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54203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4871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Try It Live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2852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student-xpense-wallet.vercel.app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6320" y="2331720"/>
            <a:ext cx="2926080" cy="1280160"/>
          </a:xfrm>
          <a:prstGeom prst="roundRect">
            <a:avLst>
              <a:gd name="adj" fmla="val 1071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4203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24871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 Repo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19472" y="2852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anukri7970/studentXpense-upgraded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StudentXpense AI  ·  Built on Stellar  ·  Powered by Gemini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StudentXpense AI</dc:title>
  <dc:subject>PptxGenJS Presentation</dc:subject>
  <dc:creator>PptxGenJS</dc:creator>
  <cp:lastModifiedBy>PptxGenJS</cp:lastModifiedBy>
  <cp:revision>1</cp:revision>
  <dcterms:created xsi:type="dcterms:W3CDTF">2026-06-27T14:10:20Z</dcterms:created>
  <dcterms:modified xsi:type="dcterms:W3CDTF">2026-06-27T14:10:20Z</dcterms:modified>
</cp:coreProperties>
</file>